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2"/>
    <p:sldId id="283" r:id="rId3"/>
    <p:sldId id="286" r:id="rId4"/>
    <p:sldId id="287" r:id="rId5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3B07A7F-18A5-40FA-9255-9E9C198B8E7C}">
          <p14:sldIdLst/>
        </p14:section>
        <p14:section name="第一节" id="{52184BDB-F6DB-403D-9569-D357053E6305}">
          <p14:sldIdLst/>
        </p14:section>
        <p14:section name="第二节" id="{23E19427-A5D6-4F4F-91BD-8E54F855D743}">
          <p14:sldIdLst>
            <p14:sldId id="280"/>
            <p14:sldId id="283"/>
            <p14:sldId id="286"/>
            <p14:sldId id="287"/>
          </p14:sldIdLst>
        </p14:section>
        <p14:section name="致谢" id="{600114B3-A1ED-4675-A80D-B0A3B9EE31D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7070"/>
    <a:srgbClr val="595959"/>
    <a:srgbClr val="C9C9C9"/>
    <a:srgbClr val="798F8D"/>
    <a:srgbClr val="BFBFBF"/>
    <a:srgbClr val="FBFBFB"/>
    <a:srgbClr val="FAFAFA"/>
    <a:srgbClr val="F2F2F2"/>
    <a:srgbClr val="674645"/>
    <a:srgbClr val="5D2C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6B0B3A-1769-4928-B5E9-25CE71445A9B}" v="33" dt="2026-04-15T03:05:03.5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le anna" userId="a99aee014aa37f73" providerId="LiveId" clId="{00F92169-1820-4F28-86F3-7ABEC0915561}"/>
    <pc:docChg chg="undo custSel addSld delSld modSld modSection">
      <pc:chgData name="belle anna" userId="a99aee014aa37f73" providerId="LiveId" clId="{00F92169-1820-4F28-86F3-7ABEC0915561}" dt="2026-04-15T03:05:49.171" v="230" actId="47"/>
      <pc:docMkLst>
        <pc:docMk/>
      </pc:docMkLst>
      <pc:sldChg chg="del">
        <pc:chgData name="belle anna" userId="a99aee014aa37f73" providerId="LiveId" clId="{00F92169-1820-4F28-86F3-7ABEC0915561}" dt="2026-04-15T03:05:47.346" v="227" actId="47"/>
        <pc:sldMkLst>
          <pc:docMk/>
          <pc:sldMk cId="0" sldId="256"/>
        </pc:sldMkLst>
      </pc:sldChg>
      <pc:sldChg chg="del">
        <pc:chgData name="belle anna" userId="a99aee014aa37f73" providerId="LiveId" clId="{00F92169-1820-4F28-86F3-7ABEC0915561}" dt="2026-04-15T03:05:48.020" v="228" actId="47"/>
        <pc:sldMkLst>
          <pc:docMk/>
          <pc:sldMk cId="0" sldId="257"/>
        </pc:sldMkLst>
      </pc:sldChg>
      <pc:sldChg chg="del">
        <pc:chgData name="belle anna" userId="a99aee014aa37f73" providerId="LiveId" clId="{00F92169-1820-4F28-86F3-7ABEC0915561}" dt="2026-04-15T03:05:48.613" v="229" actId="47"/>
        <pc:sldMkLst>
          <pc:docMk/>
          <pc:sldMk cId="0" sldId="261"/>
        </pc:sldMkLst>
      </pc:sldChg>
      <pc:sldChg chg="del">
        <pc:chgData name="belle anna" userId="a99aee014aa37f73" providerId="LiveId" clId="{00F92169-1820-4F28-86F3-7ABEC0915561}" dt="2026-04-15T03:05:42.841" v="224" actId="47"/>
        <pc:sldMkLst>
          <pc:docMk/>
          <pc:sldMk cId="0" sldId="266"/>
        </pc:sldMkLst>
      </pc:sldChg>
      <pc:sldChg chg="del">
        <pc:chgData name="belle anna" userId="a99aee014aa37f73" providerId="LiveId" clId="{00F92169-1820-4F28-86F3-7ABEC0915561}" dt="2026-04-15T03:05:38.993" v="221" actId="47"/>
        <pc:sldMkLst>
          <pc:docMk/>
          <pc:sldMk cId="0" sldId="269"/>
        </pc:sldMkLst>
      </pc:sldChg>
      <pc:sldChg chg="del">
        <pc:chgData name="belle anna" userId="a99aee014aa37f73" providerId="LiveId" clId="{00F92169-1820-4F28-86F3-7ABEC0915561}" dt="2026-04-15T03:05:40.925" v="223" actId="47"/>
        <pc:sldMkLst>
          <pc:docMk/>
          <pc:sldMk cId="0" sldId="270"/>
        </pc:sldMkLst>
      </pc:sldChg>
      <pc:sldChg chg="del">
        <pc:chgData name="belle anna" userId="a99aee014aa37f73" providerId="LiveId" clId="{00F92169-1820-4F28-86F3-7ABEC0915561}" dt="2026-04-15T03:05:49.171" v="230" actId="47"/>
        <pc:sldMkLst>
          <pc:docMk/>
          <pc:sldMk cId="0" sldId="274"/>
        </pc:sldMkLst>
      </pc:sldChg>
      <pc:sldChg chg="addSp delSp del mod">
        <pc:chgData name="belle anna" userId="a99aee014aa37f73" providerId="LiveId" clId="{00F92169-1820-4F28-86F3-7ABEC0915561}" dt="2026-04-15T03:05:36.878" v="220" actId="47"/>
        <pc:sldMkLst>
          <pc:docMk/>
          <pc:sldMk cId="0" sldId="278"/>
        </pc:sldMkLst>
        <pc:spChg chg="add del">
          <ac:chgData name="belle anna" userId="a99aee014aa37f73" providerId="LiveId" clId="{00F92169-1820-4F28-86F3-7ABEC0915561}" dt="2026-04-15T02:46:59.311" v="96" actId="22"/>
          <ac:spMkLst>
            <pc:docMk/>
            <pc:sldMk cId="0" sldId="278"/>
            <ac:spMk id="7" creationId="{38E6F13B-D539-2AEC-BE6B-967B74146B93}"/>
          </ac:spMkLst>
        </pc:spChg>
      </pc:sldChg>
      <pc:sldChg chg="addSp delSp modSp add del mod">
        <pc:chgData name="belle anna" userId="a99aee014aa37f73" providerId="LiveId" clId="{00F92169-1820-4F28-86F3-7ABEC0915561}" dt="2026-04-15T03:05:45.174" v="226" actId="47"/>
        <pc:sldMkLst>
          <pc:docMk/>
          <pc:sldMk cId="0" sldId="280"/>
        </pc:sldMkLst>
        <pc:spChg chg="mod">
          <ac:chgData name="belle anna" userId="a99aee014aa37f73" providerId="LiveId" clId="{00F92169-1820-4F28-86F3-7ABEC0915561}" dt="2026-04-15T02:37:36.578" v="16" actId="1076"/>
          <ac:spMkLst>
            <pc:docMk/>
            <pc:sldMk cId="0" sldId="280"/>
            <ac:spMk id="3" creationId="{00000000-0000-0000-0000-000000000000}"/>
          </ac:spMkLst>
        </pc:spChg>
        <pc:spChg chg="mod">
          <ac:chgData name="belle anna" userId="a99aee014aa37f73" providerId="LiveId" clId="{00F92169-1820-4F28-86F3-7ABEC0915561}" dt="2026-04-15T02:39:29.905" v="30"/>
          <ac:spMkLst>
            <pc:docMk/>
            <pc:sldMk cId="0" sldId="280"/>
            <ac:spMk id="4" creationId="{00000000-0000-0000-0000-000000000000}"/>
          </ac:spMkLst>
        </pc:spChg>
        <pc:spChg chg="add mod">
          <ac:chgData name="belle anna" userId="a99aee014aa37f73" providerId="LiveId" clId="{00F92169-1820-4F28-86F3-7ABEC0915561}" dt="2026-04-15T02:41:55.468" v="52" actId="2711"/>
          <ac:spMkLst>
            <pc:docMk/>
            <pc:sldMk cId="0" sldId="280"/>
            <ac:spMk id="7" creationId="{1C73510E-BF24-BA16-47EC-C60FE5346616}"/>
          </ac:spMkLst>
        </pc:spChg>
        <pc:spChg chg="del">
          <ac:chgData name="belle anna" userId="a99aee014aa37f73" providerId="LiveId" clId="{00F92169-1820-4F28-86F3-7ABEC0915561}" dt="2026-04-15T02:36:22.926" v="4" actId="478"/>
          <ac:spMkLst>
            <pc:docMk/>
            <pc:sldMk cId="0" sldId="280"/>
            <ac:spMk id="20" creationId="{00000000-0000-0000-0000-000000000000}"/>
          </ac:spMkLst>
        </pc:spChg>
        <pc:spChg chg="del">
          <ac:chgData name="belle anna" userId="a99aee014aa37f73" providerId="LiveId" clId="{00F92169-1820-4F28-86F3-7ABEC0915561}" dt="2026-04-15T02:36:22.926" v="4" actId="478"/>
          <ac:spMkLst>
            <pc:docMk/>
            <pc:sldMk cId="0" sldId="280"/>
            <ac:spMk id="29" creationId="{00000000-0000-0000-0000-000000000000}"/>
          </ac:spMkLst>
        </pc:spChg>
        <pc:spChg chg="del">
          <ac:chgData name="belle anna" userId="a99aee014aa37f73" providerId="LiveId" clId="{00F92169-1820-4F28-86F3-7ABEC0915561}" dt="2026-04-15T02:36:22.926" v="4" actId="478"/>
          <ac:spMkLst>
            <pc:docMk/>
            <pc:sldMk cId="0" sldId="280"/>
            <ac:spMk id="30" creationId="{00000000-0000-0000-0000-000000000000}"/>
          </ac:spMkLst>
        </pc:spChg>
        <pc:spChg chg="mod">
          <ac:chgData name="belle anna" userId="a99aee014aa37f73" providerId="LiveId" clId="{00F92169-1820-4F28-86F3-7ABEC0915561}" dt="2026-04-15T02:35:26.980" v="3" actId="14100"/>
          <ac:spMkLst>
            <pc:docMk/>
            <pc:sldMk cId="0" sldId="280"/>
            <ac:spMk id="51" creationId="{00000000-0000-0000-0000-000000000000}"/>
          </ac:spMkLst>
        </pc:spChg>
        <pc:spChg chg="del">
          <ac:chgData name="belle anna" userId="a99aee014aa37f73" providerId="LiveId" clId="{00F92169-1820-4F28-86F3-7ABEC0915561}" dt="2026-04-15T02:37:03.417" v="13" actId="478"/>
          <ac:spMkLst>
            <pc:docMk/>
            <pc:sldMk cId="0" sldId="280"/>
            <ac:spMk id="54" creationId="{00000000-0000-0000-0000-000000000000}"/>
          </ac:spMkLst>
        </pc:spChg>
        <pc:spChg chg="del">
          <ac:chgData name="belle anna" userId="a99aee014aa37f73" providerId="LiveId" clId="{00F92169-1820-4F28-86F3-7ABEC0915561}" dt="2026-04-15T02:36:22.926" v="4" actId="478"/>
          <ac:spMkLst>
            <pc:docMk/>
            <pc:sldMk cId="0" sldId="280"/>
            <ac:spMk id="71" creationId="{00000000-0000-0000-0000-000000000000}"/>
          </ac:spMkLst>
        </pc:spChg>
        <pc:spChg chg="del mod">
          <ac:chgData name="belle anna" userId="a99aee014aa37f73" providerId="LiveId" clId="{00F92169-1820-4F28-86F3-7ABEC0915561}" dt="2026-04-15T02:39:03.830" v="25" actId="478"/>
          <ac:spMkLst>
            <pc:docMk/>
            <pc:sldMk cId="0" sldId="280"/>
            <ac:spMk id="79" creationId="{00000000-0000-0000-0000-000000000000}"/>
          </ac:spMkLst>
        </pc:spChg>
        <pc:graphicFrameChg chg="add mod modGraphic">
          <ac:chgData name="belle anna" userId="a99aee014aa37f73" providerId="LiveId" clId="{00F92169-1820-4F28-86F3-7ABEC0915561}" dt="2026-04-15T02:38:10.784" v="21"/>
          <ac:graphicFrameMkLst>
            <pc:docMk/>
            <pc:sldMk cId="0" sldId="280"/>
            <ac:graphicFrameMk id="5" creationId="{D2FF2064-1CB6-286C-E9D2-CB03FF54E04C}"/>
          </ac:graphicFrameMkLst>
        </pc:graphicFrameChg>
        <pc:picChg chg="add mod">
          <ac:chgData name="belle anna" userId="a99aee014aa37f73" providerId="LiveId" clId="{00F92169-1820-4F28-86F3-7ABEC0915561}" dt="2026-04-15T02:40:00.735" v="31" actId="1076"/>
          <ac:picMkLst>
            <pc:docMk/>
            <pc:sldMk cId="0" sldId="280"/>
            <ac:picMk id="6" creationId="{565A1D1C-1D21-3EE2-904A-FCD36F0B42B8}"/>
          </ac:picMkLst>
        </pc:picChg>
        <pc:picChg chg="del mod">
          <ac:chgData name="belle anna" userId="a99aee014aa37f73" providerId="LiveId" clId="{00F92169-1820-4F28-86F3-7ABEC0915561}" dt="2026-04-15T02:36:24.837" v="6" actId="478"/>
          <ac:picMkLst>
            <pc:docMk/>
            <pc:sldMk cId="0" sldId="280"/>
            <ac:picMk id="8" creationId="{00000000-0000-0000-0000-000000000000}"/>
          </ac:picMkLst>
        </pc:picChg>
        <pc:picChg chg="del">
          <ac:chgData name="belle anna" userId="a99aee014aa37f73" providerId="LiveId" clId="{00F92169-1820-4F28-86F3-7ABEC0915561}" dt="2026-04-15T02:36:22.926" v="4" actId="478"/>
          <ac:picMkLst>
            <pc:docMk/>
            <pc:sldMk cId="0" sldId="280"/>
            <ac:picMk id="12" creationId="{00000000-0000-0000-0000-000000000000}"/>
          </ac:picMkLst>
        </pc:picChg>
        <pc:picChg chg="del">
          <ac:chgData name="belle anna" userId="a99aee014aa37f73" providerId="LiveId" clId="{00F92169-1820-4F28-86F3-7ABEC0915561}" dt="2026-04-15T02:36:22.926" v="4" actId="478"/>
          <ac:picMkLst>
            <pc:docMk/>
            <pc:sldMk cId="0" sldId="280"/>
            <ac:picMk id="15" creationId="{00000000-0000-0000-0000-000000000000}"/>
          </ac:picMkLst>
        </pc:picChg>
        <pc:picChg chg="del">
          <ac:chgData name="belle anna" userId="a99aee014aa37f73" providerId="LiveId" clId="{00F92169-1820-4F28-86F3-7ABEC0915561}" dt="2026-04-15T02:36:22.926" v="4" actId="478"/>
          <ac:picMkLst>
            <pc:docMk/>
            <pc:sldMk cId="0" sldId="280"/>
            <ac:picMk id="17" creationId="{00000000-0000-0000-0000-000000000000}"/>
          </ac:picMkLst>
        </pc:picChg>
        <pc:picChg chg="del">
          <ac:chgData name="belle anna" userId="a99aee014aa37f73" providerId="LiveId" clId="{00F92169-1820-4F28-86F3-7ABEC0915561}" dt="2026-04-15T02:36:22.926" v="4" actId="478"/>
          <ac:picMkLst>
            <pc:docMk/>
            <pc:sldMk cId="0" sldId="280"/>
            <ac:picMk id="19" creationId="{00000000-0000-0000-0000-000000000000}"/>
          </ac:picMkLst>
        </pc:picChg>
        <pc:picChg chg="del">
          <ac:chgData name="belle anna" userId="a99aee014aa37f73" providerId="LiveId" clId="{00F92169-1820-4F28-86F3-7ABEC0915561}" dt="2026-04-15T02:36:22.926" v="4" actId="478"/>
          <ac:picMkLst>
            <pc:docMk/>
            <pc:sldMk cId="0" sldId="280"/>
            <ac:picMk id="58" creationId="{00000000-0000-0000-0000-000000000000}"/>
          </ac:picMkLst>
        </pc:picChg>
        <pc:picChg chg="del">
          <ac:chgData name="belle anna" userId="a99aee014aa37f73" providerId="LiveId" clId="{00F92169-1820-4F28-86F3-7ABEC0915561}" dt="2026-04-15T02:36:22.926" v="4" actId="478"/>
          <ac:picMkLst>
            <pc:docMk/>
            <pc:sldMk cId="0" sldId="280"/>
            <ac:picMk id="66" creationId="{00000000-0000-0000-0000-000000000000}"/>
          </ac:picMkLst>
        </pc:picChg>
        <pc:picChg chg="del">
          <ac:chgData name="belle anna" userId="a99aee014aa37f73" providerId="LiveId" clId="{00F92169-1820-4F28-86F3-7ABEC0915561}" dt="2026-04-15T02:36:25.720" v="7" actId="478"/>
          <ac:picMkLst>
            <pc:docMk/>
            <pc:sldMk cId="0" sldId="280"/>
            <ac:picMk id="68" creationId="{00000000-0000-0000-0000-000000000000}"/>
          </ac:picMkLst>
        </pc:picChg>
        <pc:picChg chg="mod">
          <ac:chgData name="belle anna" userId="a99aee014aa37f73" providerId="LiveId" clId="{00F92169-1820-4F28-86F3-7ABEC0915561}" dt="2026-04-15T02:37:36.578" v="16" actId="1076"/>
          <ac:picMkLst>
            <pc:docMk/>
            <pc:sldMk cId="0" sldId="280"/>
            <ac:picMk id="73" creationId="{00000000-0000-0000-0000-000000000000}"/>
          </ac:picMkLst>
        </pc:picChg>
        <pc:picChg chg="mod">
          <ac:chgData name="belle anna" userId="a99aee014aa37f73" providerId="LiveId" clId="{00F92169-1820-4F28-86F3-7ABEC0915561}" dt="2026-04-15T02:39:13.384" v="28" actId="1076"/>
          <ac:picMkLst>
            <pc:docMk/>
            <pc:sldMk cId="0" sldId="280"/>
            <ac:picMk id="85" creationId="{00000000-0000-0000-0000-000000000000}"/>
          </ac:picMkLst>
        </pc:picChg>
        <pc:cxnChg chg="del">
          <ac:chgData name="belle anna" userId="a99aee014aa37f73" providerId="LiveId" clId="{00F92169-1820-4F28-86F3-7ABEC0915561}" dt="2026-04-15T02:37:03.417" v="13" actId="478"/>
          <ac:cxnSpMkLst>
            <pc:docMk/>
            <pc:sldMk cId="0" sldId="280"/>
            <ac:cxnSpMk id="75" creationId="{00000000-0000-0000-0000-000000000000}"/>
          </ac:cxnSpMkLst>
        </pc:cxnChg>
        <pc:cxnChg chg="del">
          <ac:chgData name="belle anna" userId="a99aee014aa37f73" providerId="LiveId" clId="{00F92169-1820-4F28-86F3-7ABEC0915561}" dt="2026-04-15T02:37:03.417" v="13" actId="478"/>
          <ac:cxnSpMkLst>
            <pc:docMk/>
            <pc:sldMk cId="0" sldId="280"/>
            <ac:cxnSpMk id="78" creationId="{00000000-0000-0000-0000-000000000000}"/>
          </ac:cxnSpMkLst>
        </pc:cxnChg>
        <pc:cxnChg chg="del mod">
          <ac:chgData name="belle anna" userId="a99aee014aa37f73" providerId="LiveId" clId="{00F92169-1820-4F28-86F3-7ABEC0915561}" dt="2026-04-15T02:39:00.333" v="23" actId="478"/>
          <ac:cxnSpMkLst>
            <pc:docMk/>
            <pc:sldMk cId="0" sldId="280"/>
            <ac:cxnSpMk id="80" creationId="{00000000-0000-0000-0000-000000000000}"/>
          </ac:cxnSpMkLst>
        </pc:cxnChg>
        <pc:cxnChg chg="del mod">
          <ac:chgData name="belle anna" userId="a99aee014aa37f73" providerId="LiveId" clId="{00F92169-1820-4F28-86F3-7ABEC0915561}" dt="2026-04-15T02:39:00.333" v="23" actId="478"/>
          <ac:cxnSpMkLst>
            <pc:docMk/>
            <pc:sldMk cId="0" sldId="280"/>
            <ac:cxnSpMk id="81" creationId="{00000000-0000-0000-0000-000000000000}"/>
          </ac:cxnSpMkLst>
        </pc:cxnChg>
      </pc:sldChg>
      <pc:sldChg chg="addSp delSp modSp mod">
        <pc:chgData name="belle anna" userId="a99aee014aa37f73" providerId="LiveId" clId="{00F92169-1820-4F28-86F3-7ABEC0915561}" dt="2026-04-15T02:49:19.438" v="102" actId="1076"/>
        <pc:sldMkLst>
          <pc:docMk/>
          <pc:sldMk cId="0" sldId="283"/>
        </pc:sldMkLst>
        <pc:spChg chg="mod">
          <ac:chgData name="belle anna" userId="a99aee014aa37f73" providerId="LiveId" clId="{00F92169-1820-4F28-86F3-7ABEC0915561}" dt="2026-04-15T02:42:28.652" v="58" actId="1076"/>
          <ac:spMkLst>
            <pc:docMk/>
            <pc:sldMk cId="0" sldId="283"/>
            <ac:spMk id="3" creationId="{00000000-0000-0000-0000-000000000000}"/>
          </ac:spMkLst>
        </pc:spChg>
        <pc:spChg chg="mod">
          <ac:chgData name="belle anna" userId="a99aee014aa37f73" providerId="LiveId" clId="{00F92169-1820-4F28-86F3-7ABEC0915561}" dt="2026-04-15T02:45:09.327" v="85" actId="1076"/>
          <ac:spMkLst>
            <pc:docMk/>
            <pc:sldMk cId="0" sldId="283"/>
            <ac:spMk id="4" creationId="{00000000-0000-0000-0000-000000000000}"/>
          </ac:spMkLst>
        </pc:spChg>
        <pc:spChg chg="add del">
          <ac:chgData name="belle anna" userId="a99aee014aa37f73" providerId="LiveId" clId="{00F92169-1820-4F28-86F3-7ABEC0915561}" dt="2026-04-15T02:42:09.497" v="55" actId="22"/>
          <ac:spMkLst>
            <pc:docMk/>
            <pc:sldMk cId="0" sldId="283"/>
            <ac:spMk id="6" creationId="{96740138-6DDF-1AFB-C7E3-90319EBE338D}"/>
          </ac:spMkLst>
        </pc:spChg>
        <pc:spChg chg="add mod">
          <ac:chgData name="belle anna" userId="a99aee014aa37f73" providerId="LiveId" clId="{00F92169-1820-4F28-86F3-7ABEC0915561}" dt="2026-04-15T02:44:00.224" v="77" actId="1076"/>
          <ac:spMkLst>
            <pc:docMk/>
            <pc:sldMk cId="0" sldId="283"/>
            <ac:spMk id="9" creationId="{E65B3221-DBEC-3D6C-BF06-ADAFC5C75646}"/>
          </ac:spMkLst>
        </pc:spChg>
        <pc:spChg chg="add mod">
          <ac:chgData name="belle anna" userId="a99aee014aa37f73" providerId="LiveId" clId="{00F92169-1820-4F28-86F3-7ABEC0915561}" dt="2026-04-15T02:46:36.637" v="92"/>
          <ac:spMkLst>
            <pc:docMk/>
            <pc:sldMk cId="0" sldId="283"/>
            <ac:spMk id="14" creationId="{D4A71211-AA74-1E61-03C8-57CEA8B6E884}"/>
          </ac:spMkLst>
        </pc:spChg>
        <pc:spChg chg="del">
          <ac:chgData name="belle anna" userId="a99aee014aa37f73" providerId="LiveId" clId="{00F92169-1820-4F28-86F3-7ABEC0915561}" dt="2026-04-15T02:40:56.247" v="43" actId="478"/>
          <ac:spMkLst>
            <pc:docMk/>
            <pc:sldMk cId="0" sldId="283"/>
            <ac:spMk id="20" creationId="{00000000-0000-0000-0000-000000000000}"/>
          </ac:spMkLst>
        </pc:spChg>
        <pc:spChg chg="del">
          <ac:chgData name="belle anna" userId="a99aee014aa37f73" providerId="LiveId" clId="{00F92169-1820-4F28-86F3-7ABEC0915561}" dt="2026-04-15T02:40:56.247" v="43" actId="478"/>
          <ac:spMkLst>
            <pc:docMk/>
            <pc:sldMk cId="0" sldId="283"/>
            <ac:spMk id="29" creationId="{00000000-0000-0000-0000-000000000000}"/>
          </ac:spMkLst>
        </pc:spChg>
        <pc:spChg chg="del">
          <ac:chgData name="belle anna" userId="a99aee014aa37f73" providerId="LiveId" clId="{00F92169-1820-4F28-86F3-7ABEC0915561}" dt="2026-04-15T02:40:56.247" v="43" actId="478"/>
          <ac:spMkLst>
            <pc:docMk/>
            <pc:sldMk cId="0" sldId="283"/>
            <ac:spMk id="30" creationId="{00000000-0000-0000-0000-000000000000}"/>
          </ac:spMkLst>
        </pc:spChg>
        <pc:spChg chg="mod">
          <ac:chgData name="belle anna" userId="a99aee014aa37f73" providerId="LiveId" clId="{00F92169-1820-4F28-86F3-7ABEC0915561}" dt="2026-04-15T02:41:18.249" v="48" actId="14100"/>
          <ac:spMkLst>
            <pc:docMk/>
            <pc:sldMk cId="0" sldId="283"/>
            <ac:spMk id="51" creationId="{00000000-0000-0000-0000-000000000000}"/>
          </ac:spMkLst>
        </pc:spChg>
        <pc:spChg chg="del">
          <ac:chgData name="belle anna" userId="a99aee014aa37f73" providerId="LiveId" clId="{00F92169-1820-4F28-86F3-7ABEC0915561}" dt="2026-04-15T02:41:39.730" v="50" actId="478"/>
          <ac:spMkLst>
            <pc:docMk/>
            <pc:sldMk cId="0" sldId="283"/>
            <ac:spMk id="54" creationId="{00000000-0000-0000-0000-000000000000}"/>
          </ac:spMkLst>
        </pc:spChg>
        <pc:spChg chg="del">
          <ac:chgData name="belle anna" userId="a99aee014aa37f73" providerId="LiveId" clId="{00F92169-1820-4F28-86F3-7ABEC0915561}" dt="2026-04-15T02:40:56.247" v="43" actId="478"/>
          <ac:spMkLst>
            <pc:docMk/>
            <pc:sldMk cId="0" sldId="283"/>
            <ac:spMk id="71" creationId="{00000000-0000-0000-0000-000000000000}"/>
          </ac:spMkLst>
        </pc:spChg>
        <pc:spChg chg="del mod">
          <ac:chgData name="belle anna" userId="a99aee014aa37f73" providerId="LiveId" clId="{00F92169-1820-4F28-86F3-7ABEC0915561}" dt="2026-04-15T02:44:50.465" v="83" actId="478"/>
          <ac:spMkLst>
            <pc:docMk/>
            <pc:sldMk cId="0" sldId="283"/>
            <ac:spMk id="79" creationId="{00000000-0000-0000-0000-000000000000}"/>
          </ac:spMkLst>
        </pc:spChg>
        <pc:graphicFrameChg chg="add mod modGraphic">
          <ac:chgData name="belle anna" userId="a99aee014aa37f73" providerId="LiveId" clId="{00F92169-1820-4F28-86F3-7ABEC0915561}" dt="2026-04-15T02:45:36.859" v="86" actId="1076"/>
          <ac:graphicFrameMkLst>
            <pc:docMk/>
            <pc:sldMk cId="0" sldId="283"/>
            <ac:graphicFrameMk id="10" creationId="{10F68969-6993-B872-BEC3-8271B467C104}"/>
          </ac:graphicFrameMkLst>
        </pc:graphicFrameChg>
        <pc:graphicFrameChg chg="add mod modGraphic">
          <ac:chgData name="belle anna" userId="a99aee014aa37f73" providerId="LiveId" clId="{00F92169-1820-4F28-86F3-7ABEC0915561}" dt="2026-04-15T02:46:12.189" v="89" actId="1076"/>
          <ac:graphicFrameMkLst>
            <pc:docMk/>
            <pc:sldMk cId="0" sldId="283"/>
            <ac:graphicFrameMk id="11" creationId="{E6A6E8DA-7BD2-C1AC-4377-B72A773AD240}"/>
          </ac:graphicFrameMkLst>
        </pc:graphicFrameChg>
        <pc:picChg chg="add mod">
          <ac:chgData name="belle anna" userId="a99aee014aa37f73" providerId="LiveId" clId="{00F92169-1820-4F28-86F3-7ABEC0915561}" dt="2026-04-15T02:46:48.651" v="94" actId="1076"/>
          <ac:picMkLst>
            <pc:docMk/>
            <pc:sldMk cId="0" sldId="283"/>
            <ac:picMk id="7" creationId="{C8CD28A5-3ED0-2005-E621-A3DF642EFEDF}"/>
          </ac:picMkLst>
        </pc:picChg>
        <pc:picChg chg="del">
          <ac:chgData name="belle anna" userId="a99aee014aa37f73" providerId="LiveId" clId="{00F92169-1820-4F28-86F3-7ABEC0915561}" dt="2026-04-15T02:40:59.582" v="46" actId="478"/>
          <ac:picMkLst>
            <pc:docMk/>
            <pc:sldMk cId="0" sldId="283"/>
            <ac:picMk id="8" creationId="{00000000-0000-0000-0000-000000000000}"/>
          </ac:picMkLst>
        </pc:picChg>
        <pc:picChg chg="del">
          <ac:chgData name="belle anna" userId="a99aee014aa37f73" providerId="LiveId" clId="{00F92169-1820-4F28-86F3-7ABEC0915561}" dt="2026-04-15T02:40:56.247" v="43" actId="478"/>
          <ac:picMkLst>
            <pc:docMk/>
            <pc:sldMk cId="0" sldId="283"/>
            <ac:picMk id="12" creationId="{00000000-0000-0000-0000-000000000000}"/>
          </ac:picMkLst>
        </pc:picChg>
        <pc:picChg chg="add mod">
          <ac:chgData name="belle anna" userId="a99aee014aa37f73" providerId="LiveId" clId="{00F92169-1820-4F28-86F3-7ABEC0915561}" dt="2026-04-15T02:46:27.236" v="91" actId="1076"/>
          <ac:picMkLst>
            <pc:docMk/>
            <pc:sldMk cId="0" sldId="283"/>
            <ac:picMk id="13" creationId="{A06D0BAE-96CD-4841-2A29-28D373B3D454}"/>
          </ac:picMkLst>
        </pc:picChg>
        <pc:picChg chg="del">
          <ac:chgData name="belle anna" userId="a99aee014aa37f73" providerId="LiveId" clId="{00F92169-1820-4F28-86F3-7ABEC0915561}" dt="2026-04-15T02:40:56.247" v="43" actId="478"/>
          <ac:picMkLst>
            <pc:docMk/>
            <pc:sldMk cId="0" sldId="283"/>
            <ac:picMk id="15" creationId="{00000000-0000-0000-0000-000000000000}"/>
          </ac:picMkLst>
        </pc:picChg>
        <pc:picChg chg="del">
          <ac:chgData name="belle anna" userId="a99aee014aa37f73" providerId="LiveId" clId="{00F92169-1820-4F28-86F3-7ABEC0915561}" dt="2026-04-15T02:40:58.938" v="45" actId="478"/>
          <ac:picMkLst>
            <pc:docMk/>
            <pc:sldMk cId="0" sldId="283"/>
            <ac:picMk id="17" creationId="{00000000-0000-0000-0000-000000000000}"/>
          </ac:picMkLst>
        </pc:picChg>
        <pc:picChg chg="del">
          <ac:chgData name="belle anna" userId="a99aee014aa37f73" providerId="LiveId" clId="{00F92169-1820-4F28-86F3-7ABEC0915561}" dt="2026-04-15T02:40:56.247" v="43" actId="478"/>
          <ac:picMkLst>
            <pc:docMk/>
            <pc:sldMk cId="0" sldId="283"/>
            <ac:picMk id="19" creationId="{00000000-0000-0000-0000-000000000000}"/>
          </ac:picMkLst>
        </pc:picChg>
        <pc:picChg chg="mod">
          <ac:chgData name="belle anna" userId="a99aee014aa37f73" providerId="LiveId" clId="{00F92169-1820-4F28-86F3-7ABEC0915561}" dt="2026-04-15T02:49:19.438" v="102" actId="1076"/>
          <ac:picMkLst>
            <pc:docMk/>
            <pc:sldMk cId="0" sldId="283"/>
            <ac:picMk id="25" creationId="{00000000-0000-0000-0000-000000000000}"/>
          </ac:picMkLst>
        </pc:picChg>
        <pc:picChg chg="del">
          <ac:chgData name="belle anna" userId="a99aee014aa37f73" providerId="LiveId" clId="{00F92169-1820-4F28-86F3-7ABEC0915561}" dt="2026-04-15T02:40:56.247" v="43" actId="478"/>
          <ac:picMkLst>
            <pc:docMk/>
            <pc:sldMk cId="0" sldId="283"/>
            <ac:picMk id="58" creationId="{00000000-0000-0000-0000-000000000000}"/>
          </ac:picMkLst>
        </pc:picChg>
        <pc:picChg chg="del">
          <ac:chgData name="belle anna" userId="a99aee014aa37f73" providerId="LiveId" clId="{00F92169-1820-4F28-86F3-7ABEC0915561}" dt="2026-04-15T02:40:58.938" v="45" actId="478"/>
          <ac:picMkLst>
            <pc:docMk/>
            <pc:sldMk cId="0" sldId="283"/>
            <ac:picMk id="66" creationId="{00000000-0000-0000-0000-000000000000}"/>
          </ac:picMkLst>
        </pc:picChg>
        <pc:picChg chg="del">
          <ac:chgData name="belle anna" userId="a99aee014aa37f73" providerId="LiveId" clId="{00F92169-1820-4F28-86F3-7ABEC0915561}" dt="2026-04-15T02:40:56.936" v="44" actId="478"/>
          <ac:picMkLst>
            <pc:docMk/>
            <pc:sldMk cId="0" sldId="283"/>
            <ac:picMk id="68" creationId="{00000000-0000-0000-0000-000000000000}"/>
          </ac:picMkLst>
        </pc:picChg>
        <pc:picChg chg="mod">
          <ac:chgData name="belle anna" userId="a99aee014aa37f73" providerId="LiveId" clId="{00F92169-1820-4F28-86F3-7ABEC0915561}" dt="2026-04-15T02:42:28.652" v="58" actId="1076"/>
          <ac:picMkLst>
            <pc:docMk/>
            <pc:sldMk cId="0" sldId="283"/>
            <ac:picMk id="73" creationId="{00000000-0000-0000-0000-000000000000}"/>
          </ac:picMkLst>
        </pc:picChg>
        <pc:picChg chg="mod">
          <ac:chgData name="belle anna" userId="a99aee014aa37f73" providerId="LiveId" clId="{00F92169-1820-4F28-86F3-7ABEC0915561}" dt="2026-04-15T02:45:09.327" v="85" actId="1076"/>
          <ac:picMkLst>
            <pc:docMk/>
            <pc:sldMk cId="0" sldId="283"/>
            <ac:picMk id="85" creationId="{00000000-0000-0000-0000-000000000000}"/>
          </ac:picMkLst>
        </pc:picChg>
        <pc:cxnChg chg="del">
          <ac:chgData name="belle anna" userId="a99aee014aa37f73" providerId="LiveId" clId="{00F92169-1820-4F28-86F3-7ABEC0915561}" dt="2026-04-15T02:41:39.730" v="50" actId="478"/>
          <ac:cxnSpMkLst>
            <pc:docMk/>
            <pc:sldMk cId="0" sldId="283"/>
            <ac:cxnSpMk id="75" creationId="{00000000-0000-0000-0000-000000000000}"/>
          </ac:cxnSpMkLst>
        </pc:cxnChg>
        <pc:cxnChg chg="del">
          <ac:chgData name="belle anna" userId="a99aee014aa37f73" providerId="LiveId" clId="{00F92169-1820-4F28-86F3-7ABEC0915561}" dt="2026-04-15T02:41:39.730" v="50" actId="478"/>
          <ac:cxnSpMkLst>
            <pc:docMk/>
            <pc:sldMk cId="0" sldId="283"/>
            <ac:cxnSpMk id="78" creationId="{00000000-0000-0000-0000-000000000000}"/>
          </ac:cxnSpMkLst>
        </pc:cxnChg>
        <pc:cxnChg chg="del mod">
          <ac:chgData name="belle anna" userId="a99aee014aa37f73" providerId="LiveId" clId="{00F92169-1820-4F28-86F3-7ABEC0915561}" dt="2026-04-15T02:44:50.465" v="83" actId="478"/>
          <ac:cxnSpMkLst>
            <pc:docMk/>
            <pc:sldMk cId="0" sldId="283"/>
            <ac:cxnSpMk id="80" creationId="{00000000-0000-0000-0000-000000000000}"/>
          </ac:cxnSpMkLst>
        </pc:cxnChg>
        <pc:cxnChg chg="del mod">
          <ac:chgData name="belle anna" userId="a99aee014aa37f73" providerId="LiveId" clId="{00F92169-1820-4F28-86F3-7ABEC0915561}" dt="2026-04-15T02:44:50.465" v="83" actId="478"/>
          <ac:cxnSpMkLst>
            <pc:docMk/>
            <pc:sldMk cId="0" sldId="283"/>
            <ac:cxnSpMk id="81" creationId="{00000000-0000-0000-0000-000000000000}"/>
          </ac:cxnSpMkLst>
        </pc:cxnChg>
      </pc:sldChg>
      <pc:sldChg chg="del">
        <pc:chgData name="belle anna" userId="a99aee014aa37f73" providerId="LiveId" clId="{00F92169-1820-4F28-86F3-7ABEC0915561}" dt="2026-04-15T03:05:39.848" v="222" actId="47"/>
        <pc:sldMkLst>
          <pc:docMk/>
          <pc:sldMk cId="0" sldId="284"/>
        </pc:sldMkLst>
      </pc:sldChg>
      <pc:sldChg chg="add del setBg">
        <pc:chgData name="belle anna" userId="a99aee014aa37f73" providerId="LiveId" clId="{00F92169-1820-4F28-86F3-7ABEC0915561}" dt="2026-04-15T02:49:38.635" v="104" actId="47"/>
        <pc:sldMkLst>
          <pc:docMk/>
          <pc:sldMk cId="3060926447" sldId="285"/>
        </pc:sldMkLst>
      </pc:sldChg>
      <pc:sldChg chg="add del setBg">
        <pc:chgData name="belle anna" userId="a99aee014aa37f73" providerId="LiveId" clId="{00F92169-1820-4F28-86F3-7ABEC0915561}" dt="2026-04-15T02:47:22.114" v="100" actId="47"/>
        <pc:sldMkLst>
          <pc:docMk/>
          <pc:sldMk cId="3581589961" sldId="285"/>
        </pc:sldMkLst>
      </pc:sldChg>
      <pc:sldChg chg="addSp delSp modSp add mod">
        <pc:chgData name="belle anna" userId="a99aee014aa37f73" providerId="LiveId" clId="{00F92169-1820-4F28-86F3-7ABEC0915561}" dt="2026-04-15T02:58:28.631" v="167" actId="1076"/>
        <pc:sldMkLst>
          <pc:docMk/>
          <pc:sldMk cId="300579067" sldId="286"/>
        </pc:sldMkLst>
        <pc:spChg chg="mod">
          <ac:chgData name="belle anna" userId="a99aee014aa37f73" providerId="LiveId" clId="{00F92169-1820-4F28-86F3-7ABEC0915561}" dt="2026-04-15T02:50:26.414" v="110"/>
          <ac:spMkLst>
            <pc:docMk/>
            <pc:sldMk cId="300579067" sldId="286"/>
            <ac:spMk id="3" creationId="{68087FC3-2AFA-A700-679A-295690719C44}"/>
          </ac:spMkLst>
        </pc:spChg>
        <pc:spChg chg="mod">
          <ac:chgData name="belle anna" userId="a99aee014aa37f73" providerId="LiveId" clId="{00F92169-1820-4F28-86F3-7ABEC0915561}" dt="2026-04-15T02:58:28.631" v="167" actId="1076"/>
          <ac:spMkLst>
            <pc:docMk/>
            <pc:sldMk cId="300579067" sldId="286"/>
            <ac:spMk id="4" creationId="{E0FFA3CF-0D36-EDBB-F56E-850B45697D31}"/>
          </ac:spMkLst>
        </pc:spChg>
        <pc:spChg chg="add mod">
          <ac:chgData name="belle anna" userId="a99aee014aa37f73" providerId="LiveId" clId="{00F92169-1820-4F28-86F3-7ABEC0915561}" dt="2026-04-15T02:58:28.631" v="167" actId="1076"/>
          <ac:spMkLst>
            <pc:docMk/>
            <pc:sldMk cId="300579067" sldId="286"/>
            <ac:spMk id="5" creationId="{5D7BF50C-174E-20B7-8C4A-DE822098565F}"/>
          </ac:spMkLst>
        </pc:spChg>
        <pc:spChg chg="add del mod">
          <ac:chgData name="belle anna" userId="a99aee014aa37f73" providerId="LiveId" clId="{00F92169-1820-4F28-86F3-7ABEC0915561}" dt="2026-04-15T02:53:56.412" v="140"/>
          <ac:spMkLst>
            <pc:docMk/>
            <pc:sldMk cId="300579067" sldId="286"/>
            <ac:spMk id="6" creationId="{A6511FC1-F9E7-4B91-3532-912AF2D8045A}"/>
          </ac:spMkLst>
        </pc:spChg>
        <pc:spChg chg="mod">
          <ac:chgData name="belle anna" userId="a99aee014aa37f73" providerId="LiveId" clId="{00F92169-1820-4F28-86F3-7ABEC0915561}" dt="2026-04-15T02:52:08.455" v="125" actId="1076"/>
          <ac:spMkLst>
            <pc:docMk/>
            <pc:sldMk cId="300579067" sldId="286"/>
            <ac:spMk id="9" creationId="{CAB163B5-E33C-E275-33C8-CEAFB39238D4}"/>
          </ac:spMkLst>
        </pc:spChg>
        <pc:spChg chg="add mod">
          <ac:chgData name="belle anna" userId="a99aee014aa37f73" providerId="LiveId" clId="{00F92169-1820-4F28-86F3-7ABEC0915561}" dt="2026-04-15T02:58:28.631" v="167" actId="1076"/>
          <ac:spMkLst>
            <pc:docMk/>
            <pc:sldMk cId="300579067" sldId="286"/>
            <ac:spMk id="12" creationId="{7A030144-627E-5841-3F55-6DF9A1005684}"/>
          </ac:spMkLst>
        </pc:spChg>
        <pc:spChg chg="del">
          <ac:chgData name="belle anna" userId="a99aee014aa37f73" providerId="LiveId" clId="{00F92169-1820-4F28-86F3-7ABEC0915561}" dt="2026-04-15T02:53:02.889" v="127" actId="478"/>
          <ac:spMkLst>
            <pc:docMk/>
            <pc:sldMk cId="300579067" sldId="286"/>
            <ac:spMk id="14" creationId="{AB25281C-4301-5464-72B9-FB89F282238D}"/>
          </ac:spMkLst>
        </pc:spChg>
        <pc:spChg chg="add mod">
          <ac:chgData name="belle anna" userId="a99aee014aa37f73" providerId="LiveId" clId="{00F92169-1820-4F28-86F3-7ABEC0915561}" dt="2026-04-15T02:58:17.423" v="166" actId="1076"/>
          <ac:spMkLst>
            <pc:docMk/>
            <pc:sldMk cId="300579067" sldId="286"/>
            <ac:spMk id="15" creationId="{11A12745-1AE2-494A-59B9-FC2B035E488D}"/>
          </ac:spMkLst>
        </pc:spChg>
        <pc:spChg chg="mod">
          <ac:chgData name="belle anna" userId="a99aee014aa37f73" providerId="LiveId" clId="{00F92169-1820-4F28-86F3-7ABEC0915561}" dt="2026-04-15T02:49:51.758" v="105"/>
          <ac:spMkLst>
            <pc:docMk/>
            <pc:sldMk cId="300579067" sldId="286"/>
            <ac:spMk id="51" creationId="{D75FC501-633D-E805-8003-2A9AC98EBB9C}"/>
          </ac:spMkLst>
        </pc:spChg>
        <pc:graphicFrameChg chg="del">
          <ac:chgData name="belle anna" userId="a99aee014aa37f73" providerId="LiveId" clId="{00F92169-1820-4F28-86F3-7ABEC0915561}" dt="2026-04-15T02:53:04.290" v="128" actId="478"/>
          <ac:graphicFrameMkLst>
            <pc:docMk/>
            <pc:sldMk cId="300579067" sldId="286"/>
            <ac:graphicFrameMk id="10" creationId="{0F48E9E3-7140-99B1-C076-5539226A2201}"/>
          </ac:graphicFrameMkLst>
        </pc:graphicFrameChg>
        <pc:graphicFrameChg chg="del">
          <ac:chgData name="belle anna" userId="a99aee014aa37f73" providerId="LiveId" clId="{00F92169-1820-4F28-86F3-7ABEC0915561}" dt="2026-04-15T02:53:02.889" v="127" actId="478"/>
          <ac:graphicFrameMkLst>
            <pc:docMk/>
            <pc:sldMk cId="300579067" sldId="286"/>
            <ac:graphicFrameMk id="11" creationId="{23709BD4-6CBE-F9F4-6742-FFCFDFCF16B7}"/>
          </ac:graphicFrameMkLst>
        </pc:graphicFrameChg>
        <pc:picChg chg="del">
          <ac:chgData name="belle anna" userId="a99aee014aa37f73" providerId="LiveId" clId="{00F92169-1820-4F28-86F3-7ABEC0915561}" dt="2026-04-15T02:50:27.478" v="111" actId="478"/>
          <ac:picMkLst>
            <pc:docMk/>
            <pc:sldMk cId="300579067" sldId="286"/>
            <ac:picMk id="7" creationId="{CECD9ABD-3013-68B6-9D87-3D60C7E8A5C1}"/>
          </ac:picMkLst>
        </pc:picChg>
        <pc:picChg chg="add mod">
          <ac:chgData name="belle anna" userId="a99aee014aa37f73" providerId="LiveId" clId="{00F92169-1820-4F28-86F3-7ABEC0915561}" dt="2026-04-15T02:58:28.631" v="167" actId="1076"/>
          <ac:picMkLst>
            <pc:docMk/>
            <pc:sldMk cId="300579067" sldId="286"/>
            <ac:picMk id="8" creationId="{B06D5FF5-8B05-8C35-7E98-AFA4771971A8}"/>
          </ac:picMkLst>
        </pc:picChg>
        <pc:picChg chg="del">
          <ac:chgData name="belle anna" userId="a99aee014aa37f73" providerId="LiveId" clId="{00F92169-1820-4F28-86F3-7ABEC0915561}" dt="2026-04-15T02:53:02.889" v="127" actId="478"/>
          <ac:picMkLst>
            <pc:docMk/>
            <pc:sldMk cId="300579067" sldId="286"/>
            <ac:picMk id="13" creationId="{636EDABD-4F7D-CB14-4377-82F8BF5B513C}"/>
          </ac:picMkLst>
        </pc:picChg>
        <pc:picChg chg="mod">
          <ac:chgData name="belle anna" userId="a99aee014aa37f73" providerId="LiveId" clId="{00F92169-1820-4F28-86F3-7ABEC0915561}" dt="2026-04-15T02:58:28.631" v="167" actId="1076"/>
          <ac:picMkLst>
            <pc:docMk/>
            <pc:sldMk cId="300579067" sldId="286"/>
            <ac:picMk id="85" creationId="{70E81246-B99F-6A09-DD10-F8A13A667916}"/>
          </ac:picMkLst>
        </pc:picChg>
      </pc:sldChg>
      <pc:sldChg chg="add del setBg">
        <pc:chgData name="belle anna" userId="a99aee014aa37f73" providerId="LiveId" clId="{00F92169-1820-4F28-86F3-7ABEC0915561}" dt="2026-04-15T02:47:20.947" v="99" actId="47"/>
        <pc:sldMkLst>
          <pc:docMk/>
          <pc:sldMk cId="2595924825" sldId="286"/>
        </pc:sldMkLst>
      </pc:sldChg>
      <pc:sldChg chg="addSp delSp modSp add mod">
        <pc:chgData name="belle anna" userId="a99aee014aa37f73" providerId="LiveId" clId="{00F92169-1820-4F28-86F3-7ABEC0915561}" dt="2026-04-15T03:05:33.446" v="219" actId="1076"/>
        <pc:sldMkLst>
          <pc:docMk/>
          <pc:sldMk cId="1423385878" sldId="287"/>
        </pc:sldMkLst>
        <pc:spChg chg="del mod">
          <ac:chgData name="belle anna" userId="a99aee014aa37f73" providerId="LiveId" clId="{00F92169-1820-4F28-86F3-7ABEC0915561}" dt="2026-04-15T03:04:53.598" v="213" actId="478"/>
          <ac:spMkLst>
            <pc:docMk/>
            <pc:sldMk cId="1423385878" sldId="287"/>
            <ac:spMk id="3" creationId="{DF5982E6-52B6-C533-1B8E-B891ADA3C57E}"/>
          </ac:spMkLst>
        </pc:spChg>
        <pc:spChg chg="mod">
          <ac:chgData name="belle anna" userId="a99aee014aa37f73" providerId="LiveId" clId="{00F92169-1820-4F28-86F3-7ABEC0915561}" dt="2026-04-15T03:05:02.022" v="214" actId="1076"/>
          <ac:spMkLst>
            <pc:docMk/>
            <pc:sldMk cId="1423385878" sldId="287"/>
            <ac:spMk id="4" creationId="{8C9AB34C-D717-9B10-A32A-723B519A4AA9}"/>
          </ac:spMkLst>
        </pc:spChg>
        <pc:spChg chg="del mod">
          <ac:chgData name="belle anna" userId="a99aee014aa37f73" providerId="LiveId" clId="{00F92169-1820-4F28-86F3-7ABEC0915561}" dt="2026-04-15T03:04:53.598" v="213" actId="478"/>
          <ac:spMkLst>
            <pc:docMk/>
            <pc:sldMk cId="1423385878" sldId="287"/>
            <ac:spMk id="9" creationId="{C296EB11-95D0-C860-D282-90122BA00629}"/>
          </ac:spMkLst>
        </pc:spChg>
        <pc:spChg chg="add mod">
          <ac:chgData name="belle anna" userId="a99aee014aa37f73" providerId="LiveId" clId="{00F92169-1820-4F28-86F3-7ABEC0915561}" dt="2026-04-15T03:05:02.022" v="214" actId="1076"/>
          <ac:spMkLst>
            <pc:docMk/>
            <pc:sldMk cId="1423385878" sldId="287"/>
            <ac:spMk id="12" creationId="{FA68EA36-7CC0-EB41-3C11-7DB3B8B22BA9}"/>
          </ac:spMkLst>
        </pc:spChg>
        <pc:spChg chg="del">
          <ac:chgData name="belle anna" userId="a99aee014aa37f73" providerId="LiveId" clId="{00F92169-1820-4F28-86F3-7ABEC0915561}" dt="2026-04-15T03:03:23.817" v="208" actId="478"/>
          <ac:spMkLst>
            <pc:docMk/>
            <pc:sldMk cId="1423385878" sldId="287"/>
            <ac:spMk id="14" creationId="{C0D10FDF-C0AC-DCAF-B3E0-5D12C047618F}"/>
          </ac:spMkLst>
        </pc:spChg>
        <pc:spChg chg="add mod">
          <ac:chgData name="belle anna" userId="a99aee014aa37f73" providerId="LiveId" clId="{00F92169-1820-4F28-86F3-7ABEC0915561}" dt="2026-04-15T03:05:16.292" v="216" actId="1076"/>
          <ac:spMkLst>
            <pc:docMk/>
            <pc:sldMk cId="1423385878" sldId="287"/>
            <ac:spMk id="16" creationId="{C106A0BF-3D19-C148-811D-FF0C53262AD3}"/>
          </ac:spMkLst>
        </pc:spChg>
        <pc:spChg chg="add mod">
          <ac:chgData name="belle anna" userId="a99aee014aa37f73" providerId="LiveId" clId="{00F92169-1820-4F28-86F3-7ABEC0915561}" dt="2026-04-15T03:05:28.609" v="218" actId="1076"/>
          <ac:spMkLst>
            <pc:docMk/>
            <pc:sldMk cId="1423385878" sldId="287"/>
            <ac:spMk id="17" creationId="{BDF27AB1-BDFA-4EBF-6BD6-5641DB24C599}"/>
          </ac:spMkLst>
        </pc:spChg>
        <pc:spChg chg="mod">
          <ac:chgData name="belle anna" userId="a99aee014aa37f73" providerId="LiveId" clId="{00F92169-1820-4F28-86F3-7ABEC0915561}" dt="2026-04-15T02:58:56.645" v="169"/>
          <ac:spMkLst>
            <pc:docMk/>
            <pc:sldMk cId="1423385878" sldId="287"/>
            <ac:spMk id="51" creationId="{9816415B-F517-C63F-CFB1-139C56B34EAE}"/>
          </ac:spMkLst>
        </pc:spChg>
        <pc:graphicFrameChg chg="del modGraphic">
          <ac:chgData name="belle anna" userId="a99aee014aa37f73" providerId="LiveId" clId="{00F92169-1820-4F28-86F3-7ABEC0915561}" dt="2026-04-15T03:00:54.225" v="187" actId="478"/>
          <ac:graphicFrameMkLst>
            <pc:docMk/>
            <pc:sldMk cId="1423385878" sldId="287"/>
            <ac:graphicFrameMk id="10" creationId="{C4C50DF1-3D01-496E-77DB-5F17B0C80264}"/>
          </ac:graphicFrameMkLst>
        </pc:graphicFrameChg>
        <pc:graphicFrameChg chg="del">
          <ac:chgData name="belle anna" userId="a99aee014aa37f73" providerId="LiveId" clId="{00F92169-1820-4F28-86F3-7ABEC0915561}" dt="2026-04-15T03:03:23.817" v="208" actId="478"/>
          <ac:graphicFrameMkLst>
            <pc:docMk/>
            <pc:sldMk cId="1423385878" sldId="287"/>
            <ac:graphicFrameMk id="11" creationId="{52238CF5-3C2E-1207-03E6-FBD1F0CEEFA9}"/>
          </ac:graphicFrameMkLst>
        </pc:graphicFrameChg>
        <pc:picChg chg="add del mod">
          <ac:chgData name="belle anna" userId="a99aee014aa37f73" providerId="LiveId" clId="{00F92169-1820-4F28-86F3-7ABEC0915561}" dt="2026-04-15T03:04:53.598" v="213" actId="478"/>
          <ac:picMkLst>
            <pc:docMk/>
            <pc:sldMk cId="1423385878" sldId="287"/>
            <ac:picMk id="5" creationId="{A878CEB3-5BD7-34C3-512F-720C2713C441}"/>
          </ac:picMkLst>
        </pc:picChg>
        <pc:picChg chg="add mod">
          <ac:chgData name="belle anna" userId="a99aee014aa37f73" providerId="LiveId" clId="{00F92169-1820-4F28-86F3-7ABEC0915561}" dt="2026-04-15T03:05:02.022" v="214" actId="1076"/>
          <ac:picMkLst>
            <pc:docMk/>
            <pc:sldMk cId="1423385878" sldId="287"/>
            <ac:picMk id="6" creationId="{4F1EF7AE-8823-2384-1F29-31B3BE9C5E0F}"/>
          </ac:picMkLst>
        </pc:picChg>
        <pc:picChg chg="del">
          <ac:chgData name="belle anna" userId="a99aee014aa37f73" providerId="LiveId" clId="{00F92169-1820-4F28-86F3-7ABEC0915561}" dt="2026-04-15T02:59:13.594" v="173" actId="478"/>
          <ac:picMkLst>
            <pc:docMk/>
            <pc:sldMk cId="1423385878" sldId="287"/>
            <ac:picMk id="7" creationId="{523DD119-4B9A-9F08-5074-6AD139699722}"/>
          </ac:picMkLst>
        </pc:picChg>
        <pc:picChg chg="del">
          <ac:chgData name="belle anna" userId="a99aee014aa37f73" providerId="LiveId" clId="{00F92169-1820-4F28-86F3-7ABEC0915561}" dt="2026-04-15T03:03:24.754" v="209" actId="478"/>
          <ac:picMkLst>
            <pc:docMk/>
            <pc:sldMk cId="1423385878" sldId="287"/>
            <ac:picMk id="13" creationId="{091546F1-8E91-A92E-386E-7023DEF94D92}"/>
          </ac:picMkLst>
        </pc:picChg>
        <pc:picChg chg="add mod">
          <ac:chgData name="belle anna" userId="a99aee014aa37f73" providerId="LiveId" clId="{00F92169-1820-4F28-86F3-7ABEC0915561}" dt="2026-04-15T03:05:16.292" v="216" actId="1076"/>
          <ac:picMkLst>
            <pc:docMk/>
            <pc:sldMk cId="1423385878" sldId="287"/>
            <ac:picMk id="15" creationId="{158EEE54-0A3B-1C91-7CD2-8C460D565B01}"/>
          </ac:picMkLst>
        </pc:picChg>
        <pc:picChg chg="add mod">
          <ac:chgData name="belle anna" userId="a99aee014aa37f73" providerId="LiveId" clId="{00F92169-1820-4F28-86F3-7ABEC0915561}" dt="2026-04-15T03:05:33.446" v="219" actId="1076"/>
          <ac:picMkLst>
            <pc:docMk/>
            <pc:sldMk cId="1423385878" sldId="287"/>
            <ac:picMk id="18" creationId="{5E9A8134-5B1F-DFDC-2A32-7ACD245949C4}"/>
          </ac:picMkLst>
        </pc:picChg>
        <pc:picChg chg="del">
          <ac:chgData name="belle anna" userId="a99aee014aa37f73" providerId="LiveId" clId="{00F92169-1820-4F28-86F3-7ABEC0915561}" dt="2026-04-15T03:04:53.598" v="213" actId="478"/>
          <ac:picMkLst>
            <pc:docMk/>
            <pc:sldMk cId="1423385878" sldId="287"/>
            <ac:picMk id="73" creationId="{01C2E0BB-580E-5C94-08CB-5D4B049DD7D8}"/>
          </ac:picMkLst>
        </pc:picChg>
        <pc:picChg chg="mod">
          <ac:chgData name="belle anna" userId="a99aee014aa37f73" providerId="LiveId" clId="{00F92169-1820-4F28-86F3-7ABEC0915561}" dt="2026-04-15T03:05:02.022" v="214" actId="1076"/>
          <ac:picMkLst>
            <pc:docMk/>
            <pc:sldMk cId="1423385878" sldId="287"/>
            <ac:picMk id="85" creationId="{DC7B484C-034C-4C79-3B6D-7B03C8E58A0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8000"/>
                    </a14:imgEffect>
                  </a14:imgLayer>
                </a14:imgProps>
              </a:ext>
            </a:extLst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465146" y="139683"/>
            <a:ext cx="638966" cy="647700"/>
          </a:xfrm>
          <a:prstGeom prst="roundRect">
            <a:avLst/>
          </a:prstGeom>
          <a:solidFill>
            <a:srgbClr val="798F8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/>
          </a:p>
        </p:txBody>
      </p:sp>
      <p:sp>
        <p:nvSpPr>
          <p:cNvPr id="23" name="矩形: 圆角 22"/>
          <p:cNvSpPr>
            <a:spLocks noChangeAspect="1"/>
          </p:cNvSpPr>
          <p:nvPr/>
        </p:nvSpPr>
        <p:spPr>
          <a:xfrm>
            <a:off x="526702" y="202081"/>
            <a:ext cx="515853" cy="522904"/>
          </a:xfrm>
          <a:prstGeom prst="round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25" name="图片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28" y="6114833"/>
            <a:ext cx="18002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" name="直接连接符 31"/>
          <p:cNvCxnSpPr/>
          <p:nvPr/>
        </p:nvCxnSpPr>
        <p:spPr>
          <a:xfrm>
            <a:off x="422606" y="889000"/>
            <a:ext cx="700472" cy="0"/>
          </a:xfrm>
          <a:prstGeom prst="line">
            <a:avLst/>
          </a:prstGeom>
          <a:ln w="19050">
            <a:solidFill>
              <a:srgbClr val="798F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V="1">
            <a:off x="1123078" y="768350"/>
            <a:ext cx="222250" cy="120650"/>
          </a:xfrm>
          <a:prstGeom prst="line">
            <a:avLst/>
          </a:prstGeom>
          <a:ln w="19050">
            <a:solidFill>
              <a:srgbClr val="798F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1345328" y="768350"/>
            <a:ext cx="3599205" cy="0"/>
          </a:xfrm>
          <a:prstGeom prst="line">
            <a:avLst/>
          </a:prstGeom>
          <a:ln w="19050">
            <a:solidFill>
              <a:srgbClr val="798F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1405926" y="235262"/>
            <a:ext cx="3953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软件项目质量管理方案</a:t>
            </a:r>
          </a:p>
        </p:txBody>
      </p:sp>
      <p:sp>
        <p:nvSpPr>
          <p:cNvPr id="52" name="矩形 51"/>
          <p:cNvSpPr/>
          <p:nvPr/>
        </p:nvSpPr>
        <p:spPr>
          <a:xfrm>
            <a:off x="1589018" y="274069"/>
            <a:ext cx="2128122" cy="3736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06" y="1303559"/>
            <a:ext cx="520233" cy="515082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514" y="139814"/>
            <a:ext cx="585171" cy="58517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03700" y="1391969"/>
            <a:ext cx="4064000" cy="514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质量管理角色职责表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008948" y="257343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质量管理流程图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2FF2064-1CB6-286C-E9D2-CB03FF54E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660688"/>
              </p:ext>
            </p:extLst>
          </p:nvPr>
        </p:nvGraphicFramePr>
        <p:xfrm>
          <a:off x="422606" y="2265941"/>
          <a:ext cx="5267960" cy="3523996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437005">
                  <a:extLst>
                    <a:ext uri="{9D8B030D-6E8A-4147-A177-3AD203B41FA5}">
                      <a16:colId xmlns:a16="http://schemas.microsoft.com/office/drawing/2014/main" val="2060960641"/>
                    </a:ext>
                  </a:extLst>
                </a:gridCol>
                <a:gridCol w="3830955">
                  <a:extLst>
                    <a:ext uri="{9D8B030D-6E8A-4147-A177-3AD203B41FA5}">
                      <a16:colId xmlns:a16="http://schemas.microsoft.com/office/drawing/2014/main" val="3422737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角色名称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职责范围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373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项目经理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负责审核本项目质量监控流程、质量管理办法；负责本项目所有交付物的中间文档、最终文档的内容的质量；负责本项目质量评估问题的改善行动计划的执行，针对项目质量管理员提出的不符合问题协调项目组成员进行整改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9152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项目质量管理员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制定质量管理方法、质量评估计划和标准；按照质量评估计划，执行项目质量评估，登记质量问题表，并形成质量评估报告；根据项目需要，参与质量评估小组，进行项目关键交付物的评估；组织制定质量评估问题的改善行动计划，并指导和监控行动计划的有效执行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268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PMO</a:t>
                      </a:r>
                      <a:r>
                        <a:rPr lang="zh-CN" sz="1200" kern="100">
                          <a:effectLst/>
                        </a:rPr>
                        <a:t>质量管理专员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根据</a:t>
                      </a:r>
                      <a:r>
                        <a:rPr lang="en-US" sz="1200" kern="100" dirty="0">
                          <a:effectLst/>
                        </a:rPr>
                        <a:t>PMO</a:t>
                      </a:r>
                      <a:r>
                        <a:rPr lang="zh-CN" altLang="en-US" sz="1200" kern="100" dirty="0">
                          <a:effectLst/>
                        </a:rPr>
                        <a:t>（项目管理办公室）</a:t>
                      </a:r>
                      <a:r>
                        <a:rPr lang="zh-CN" sz="1200" kern="100" dirty="0">
                          <a:effectLst/>
                        </a:rPr>
                        <a:t>发布的质量管理方法，协助项目组制定项目质量管理计划；根据质量评估活动发现的问题和缺陷，组织个项目组制定改善行动计划；制定整体工程项目群的质量评估计划；支持</a:t>
                      </a:r>
                      <a:r>
                        <a:rPr lang="en-US" sz="1200" kern="100" dirty="0">
                          <a:effectLst/>
                        </a:rPr>
                        <a:t>PMO</a:t>
                      </a:r>
                      <a:r>
                        <a:rPr lang="zh-CN" sz="1200" kern="100" dirty="0">
                          <a:effectLst/>
                        </a:rPr>
                        <a:t>对各项目的评估检查工作；根据项目组质量改善计划指导质量改善行动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3914919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565A1D1C-1D21-3EE2-904A-FCD36F0B42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436" y="1303559"/>
            <a:ext cx="4362450" cy="546862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C73510E-BF24-BA16-47EC-C60FE5346616}"/>
              </a:ext>
            </a:extLst>
          </p:cNvPr>
          <p:cNvSpPr txBox="1"/>
          <p:nvPr/>
        </p:nvSpPr>
        <p:spPr>
          <a:xfrm>
            <a:off x="6423624" y="752662"/>
            <a:ext cx="436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本项目的质量管理流程包含质量计划、质量评估及质量改善三个核心阶段。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8000"/>
                    </a14:imgEffect>
                  </a14:imgLayer>
                </a14:imgProps>
              </a:ext>
            </a:extLst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465146" y="139683"/>
            <a:ext cx="638966" cy="647700"/>
          </a:xfrm>
          <a:prstGeom prst="roundRect">
            <a:avLst/>
          </a:prstGeom>
          <a:solidFill>
            <a:srgbClr val="798F8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/>
          </a:p>
        </p:txBody>
      </p:sp>
      <p:sp>
        <p:nvSpPr>
          <p:cNvPr id="23" name="矩形: 圆角 22"/>
          <p:cNvSpPr>
            <a:spLocks noChangeAspect="1"/>
          </p:cNvSpPr>
          <p:nvPr/>
        </p:nvSpPr>
        <p:spPr>
          <a:xfrm>
            <a:off x="526702" y="202081"/>
            <a:ext cx="515853" cy="522904"/>
          </a:xfrm>
          <a:prstGeom prst="round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25" name="图片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16" y="6089650"/>
            <a:ext cx="18002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" name="直接连接符 31"/>
          <p:cNvCxnSpPr/>
          <p:nvPr/>
        </p:nvCxnSpPr>
        <p:spPr>
          <a:xfrm>
            <a:off x="422606" y="889000"/>
            <a:ext cx="700472" cy="0"/>
          </a:xfrm>
          <a:prstGeom prst="line">
            <a:avLst/>
          </a:prstGeom>
          <a:ln w="19050">
            <a:solidFill>
              <a:srgbClr val="798F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V="1">
            <a:off x="1123078" y="768350"/>
            <a:ext cx="222250" cy="120650"/>
          </a:xfrm>
          <a:prstGeom prst="line">
            <a:avLst/>
          </a:prstGeom>
          <a:ln w="19050">
            <a:solidFill>
              <a:srgbClr val="798F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1345328" y="768350"/>
            <a:ext cx="3599205" cy="0"/>
          </a:xfrm>
          <a:prstGeom prst="line">
            <a:avLst/>
          </a:prstGeom>
          <a:ln w="19050">
            <a:solidFill>
              <a:srgbClr val="798F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1405926" y="235262"/>
            <a:ext cx="406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软件项目团队管理方案</a:t>
            </a:r>
          </a:p>
        </p:txBody>
      </p:sp>
      <p:sp>
        <p:nvSpPr>
          <p:cNvPr id="52" name="矩形 51"/>
          <p:cNvSpPr/>
          <p:nvPr/>
        </p:nvSpPr>
        <p:spPr>
          <a:xfrm>
            <a:off x="1589018" y="274069"/>
            <a:ext cx="2128122" cy="3736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06" y="1103921"/>
            <a:ext cx="520233" cy="515082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9814"/>
            <a:ext cx="585171" cy="58517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03700" y="12056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项目组织结构图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681434" y="257343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项目角色定义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8CD28A5-3ED0-2005-E621-A3DF642EFED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6781"/>
          <a:stretch>
            <a:fillRect/>
          </a:stretch>
        </p:blipFill>
        <p:spPr bwMode="auto">
          <a:xfrm>
            <a:off x="422606" y="2434747"/>
            <a:ext cx="4961114" cy="21343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65B3221-DBEC-3D6C-BF06-ADAFC5C75646}"/>
              </a:ext>
            </a:extLst>
          </p:cNvPr>
          <p:cNvSpPr txBox="1"/>
          <p:nvPr/>
        </p:nvSpPr>
        <p:spPr>
          <a:xfrm>
            <a:off x="3028712" y="1205666"/>
            <a:ext cx="25418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/>
              <a:t>项目实施过程中无跨项目兼职，并且聚焦网上招聘系统单一项目的交付，因此本项目的组织结构为</a:t>
            </a:r>
            <a:r>
              <a:rPr lang="zh-CN" altLang="zh-CN" sz="1400" b="1" dirty="0"/>
              <a:t>项目型</a:t>
            </a:r>
            <a:r>
              <a:rPr lang="zh-CN" altLang="zh-CN" sz="1400" dirty="0"/>
              <a:t>组织结构</a:t>
            </a:r>
            <a:r>
              <a:rPr lang="zh-CN" altLang="en-US" sz="1400" dirty="0"/>
              <a:t>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0F68969-6993-B872-BEC3-8271B467C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229935"/>
              </p:ext>
            </p:extLst>
          </p:nvPr>
        </p:nvGraphicFramePr>
        <p:xfrm>
          <a:off x="6096000" y="764062"/>
          <a:ext cx="4963160" cy="2373124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654175">
                  <a:extLst>
                    <a:ext uri="{9D8B030D-6E8A-4147-A177-3AD203B41FA5}">
                      <a16:colId xmlns:a16="http://schemas.microsoft.com/office/drawing/2014/main" val="3730383872"/>
                    </a:ext>
                  </a:extLst>
                </a:gridCol>
                <a:gridCol w="1654175">
                  <a:extLst>
                    <a:ext uri="{9D8B030D-6E8A-4147-A177-3AD203B41FA5}">
                      <a16:colId xmlns:a16="http://schemas.microsoft.com/office/drawing/2014/main" val="840143190"/>
                    </a:ext>
                  </a:extLst>
                </a:gridCol>
                <a:gridCol w="1654810">
                  <a:extLst>
                    <a:ext uri="{9D8B030D-6E8A-4147-A177-3AD203B41FA5}">
                      <a16:colId xmlns:a16="http://schemas.microsoft.com/office/drawing/2014/main" val="20255018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角色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负责人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参与人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7576210"/>
                  </a:ext>
                </a:extLst>
              </a:tr>
              <a:tr h="338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项目管理者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许天祺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9837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系统设计组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许天祺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程绮轩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6317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系统开发组</a:t>
                      </a:r>
                      <a:r>
                        <a:rPr lang="en-US" sz="1200" kern="100">
                          <a:effectLst/>
                        </a:rPr>
                        <a:t>- DB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许天祺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程绮轩、吴瑜恒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6715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系统开发组</a:t>
                      </a:r>
                      <a:r>
                        <a:rPr lang="en-US" sz="1200" kern="100" dirty="0">
                          <a:effectLst/>
                        </a:rPr>
                        <a:t>-</a:t>
                      </a:r>
                      <a:r>
                        <a:rPr lang="zh-CN" sz="1200" kern="100" dirty="0">
                          <a:effectLst/>
                        </a:rPr>
                        <a:t>前台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程绮轩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许天祺、吴瑜恒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1594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系统开发组</a:t>
                      </a:r>
                      <a:r>
                        <a:rPr lang="en-US" sz="1200" kern="100">
                          <a:effectLst/>
                        </a:rPr>
                        <a:t>-</a:t>
                      </a:r>
                      <a:r>
                        <a:rPr lang="zh-CN" sz="1200" kern="100">
                          <a:effectLst/>
                        </a:rPr>
                        <a:t>后台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吴瑜恒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许天祺、程绮轩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9301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CM</a:t>
                      </a:r>
                      <a:r>
                        <a:rPr lang="zh-CN" sz="1200" kern="100">
                          <a:effectLst/>
                        </a:rPr>
                        <a:t>组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程绮轩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许天祺、吴瑜恒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853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质量保证组</a:t>
                      </a:r>
                      <a:r>
                        <a:rPr lang="en-US" sz="1200" kern="100">
                          <a:effectLst/>
                        </a:rPr>
                        <a:t>-QA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程绮轩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3849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质量保证组</a:t>
                      </a:r>
                      <a:r>
                        <a:rPr lang="en-US" sz="1200" kern="100">
                          <a:effectLst/>
                        </a:rPr>
                        <a:t>-SCM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吴瑜恒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3944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质量保证组</a:t>
                      </a:r>
                      <a:r>
                        <a:rPr lang="en-US" sz="1200" kern="100">
                          <a:effectLst/>
                        </a:rPr>
                        <a:t>-</a:t>
                      </a:r>
                      <a:r>
                        <a:rPr lang="zh-CN" sz="1200" kern="100">
                          <a:effectLst/>
                        </a:rPr>
                        <a:t>测试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吴瑜恒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程绮轩、许天祺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2452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需求管理组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程绮轩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许天祺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3848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开发运行环境支持组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吴瑜恒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7435641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6A6E8DA-7BD2-C1AC-4377-B72A773AD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653606"/>
              </p:ext>
            </p:extLst>
          </p:nvPr>
        </p:nvGraphicFramePr>
        <p:xfrm>
          <a:off x="6096000" y="3917909"/>
          <a:ext cx="4963160" cy="268274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502285">
                  <a:extLst>
                    <a:ext uri="{9D8B030D-6E8A-4147-A177-3AD203B41FA5}">
                      <a16:colId xmlns:a16="http://schemas.microsoft.com/office/drawing/2014/main" val="1476630683"/>
                    </a:ext>
                  </a:extLst>
                </a:gridCol>
                <a:gridCol w="629920">
                  <a:extLst>
                    <a:ext uri="{9D8B030D-6E8A-4147-A177-3AD203B41FA5}">
                      <a16:colId xmlns:a16="http://schemas.microsoft.com/office/drawing/2014/main" val="1214778876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2081135135"/>
                    </a:ext>
                  </a:extLst>
                </a:gridCol>
                <a:gridCol w="2930525">
                  <a:extLst>
                    <a:ext uri="{9D8B030D-6E8A-4147-A177-3AD203B41FA5}">
                      <a16:colId xmlns:a16="http://schemas.microsoft.com/office/drawing/2014/main" val="3665728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序号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姓名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项目角色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核心职责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7407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许天祺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项目经理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统筹项目全生命周期管理，制定项目计划、把控进度与质量，对接需求方，协调团队成员，审批项目方案及变更，对项目交付成果负总责，兼任质量负责人相关工作。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9389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程绮轩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内容与支持负责人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负责项目相关内容整理、文档归档与更新，承担沟通支持、需求对接辅助工作，兼任文档管理员、沟通协调相关职责，配合项目经理推进项目落地。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5944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吴瑜恒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技术负责人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负责系统架构设计、代码开发、技术难题解决，开展技术层面质量检查，跟踪缺陷整改，兼任系统架构师、质量检查员相关职责，确保技术环节合规达标。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047633"/>
                  </a:ext>
                </a:extLst>
              </a:tr>
            </a:tbl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A06D0BAE-96CD-4841-2A29-28D373B3D45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737" y="3245596"/>
            <a:ext cx="585171" cy="58517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4A71211-AA74-1E61-03C8-57CEA8B6E884}"/>
              </a:ext>
            </a:extLst>
          </p:cNvPr>
          <p:cNvSpPr txBox="1"/>
          <p:nvPr/>
        </p:nvSpPr>
        <p:spPr>
          <a:xfrm>
            <a:off x="6681171" y="336312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项目干系人计划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8000"/>
                    </a14:imgEffect>
                  </a14:imgLayer>
                </a14:imgProps>
              </a:ext>
            </a:extLst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35A4B-96F4-EC80-C9D6-46FB6DC39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DFB037E2-3D4A-098B-2A7D-5E23C4ED9B1E}"/>
              </a:ext>
            </a:extLst>
          </p:cNvPr>
          <p:cNvSpPr/>
          <p:nvPr/>
        </p:nvSpPr>
        <p:spPr>
          <a:xfrm>
            <a:off x="465146" y="139683"/>
            <a:ext cx="638966" cy="647700"/>
          </a:xfrm>
          <a:prstGeom prst="roundRect">
            <a:avLst/>
          </a:prstGeom>
          <a:solidFill>
            <a:srgbClr val="798F8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4C48028-5D49-B941-7F2D-A43A882F94F8}"/>
              </a:ext>
            </a:extLst>
          </p:cNvPr>
          <p:cNvSpPr>
            <a:spLocks noChangeAspect="1"/>
          </p:cNvSpPr>
          <p:nvPr/>
        </p:nvSpPr>
        <p:spPr>
          <a:xfrm>
            <a:off x="526702" y="202081"/>
            <a:ext cx="515853" cy="522904"/>
          </a:xfrm>
          <a:prstGeom prst="round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5" name="图片 10">
            <a:extLst>
              <a:ext uri="{FF2B5EF4-FFF2-40B4-BE49-F238E27FC236}">
                <a16:creationId xmlns:a16="http://schemas.microsoft.com/office/drawing/2014/main" id="{1150401E-5511-210C-1205-5FDE48327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16" y="6089650"/>
            <a:ext cx="18002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AAD4FE0-A26A-9AB0-E9DB-5CF4AE1D5A2F}"/>
              </a:ext>
            </a:extLst>
          </p:cNvPr>
          <p:cNvCxnSpPr/>
          <p:nvPr/>
        </p:nvCxnSpPr>
        <p:spPr>
          <a:xfrm>
            <a:off x="422606" y="889000"/>
            <a:ext cx="700472" cy="0"/>
          </a:xfrm>
          <a:prstGeom prst="line">
            <a:avLst/>
          </a:prstGeom>
          <a:ln w="19050">
            <a:solidFill>
              <a:srgbClr val="798F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4AE5EA8-02DE-E12E-8F99-5F96DDE75533}"/>
              </a:ext>
            </a:extLst>
          </p:cNvPr>
          <p:cNvCxnSpPr/>
          <p:nvPr/>
        </p:nvCxnSpPr>
        <p:spPr>
          <a:xfrm flipV="1">
            <a:off x="1123078" y="768350"/>
            <a:ext cx="222250" cy="120650"/>
          </a:xfrm>
          <a:prstGeom prst="line">
            <a:avLst/>
          </a:prstGeom>
          <a:ln w="19050">
            <a:solidFill>
              <a:srgbClr val="798F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C03E2372-9744-4F07-4BF7-6880D29D2551}"/>
              </a:ext>
            </a:extLst>
          </p:cNvPr>
          <p:cNvCxnSpPr/>
          <p:nvPr/>
        </p:nvCxnSpPr>
        <p:spPr>
          <a:xfrm>
            <a:off x="1345328" y="768350"/>
            <a:ext cx="3599205" cy="0"/>
          </a:xfrm>
          <a:prstGeom prst="line">
            <a:avLst/>
          </a:prstGeom>
          <a:ln w="19050">
            <a:solidFill>
              <a:srgbClr val="798F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D75FC501-633D-E805-8003-2A9AC98EBB9C}"/>
              </a:ext>
            </a:extLst>
          </p:cNvPr>
          <p:cNvSpPr txBox="1"/>
          <p:nvPr/>
        </p:nvSpPr>
        <p:spPr>
          <a:xfrm>
            <a:off x="1405926" y="235262"/>
            <a:ext cx="406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软件项目交流方案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248B70A-7803-BFEA-B653-A0BB20088CFB}"/>
              </a:ext>
            </a:extLst>
          </p:cNvPr>
          <p:cNvSpPr/>
          <p:nvPr/>
        </p:nvSpPr>
        <p:spPr>
          <a:xfrm>
            <a:off x="1589018" y="274069"/>
            <a:ext cx="2128122" cy="3736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9A0AB2D0-64BA-F63E-FA54-9650EA645A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06" y="1103921"/>
            <a:ext cx="520233" cy="515082"/>
          </a:xfrm>
          <a:prstGeom prst="rect">
            <a:avLst/>
          </a:prstGeom>
        </p:spPr>
      </p:pic>
      <p:pic>
        <p:nvPicPr>
          <p:cNvPr id="85" name="图片 84">
            <a:extLst>
              <a:ext uri="{FF2B5EF4-FFF2-40B4-BE49-F238E27FC236}">
                <a16:creationId xmlns:a16="http://schemas.microsoft.com/office/drawing/2014/main" id="{70E81246-B99F-6A09-DD10-F8A13A66791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1103921"/>
            <a:ext cx="585171" cy="58517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8087FC3-2AFA-A700-679A-295690719C44}"/>
              </a:ext>
            </a:extLst>
          </p:cNvPr>
          <p:cNvSpPr txBox="1"/>
          <p:nvPr/>
        </p:nvSpPr>
        <p:spPr>
          <a:xfrm>
            <a:off x="1003700" y="12056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外部协调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FFA3CF-0D36-EDBB-F56E-850B45697D31}"/>
              </a:ext>
            </a:extLst>
          </p:cNvPr>
          <p:cNvSpPr txBox="1"/>
          <p:nvPr/>
        </p:nvSpPr>
        <p:spPr>
          <a:xfrm>
            <a:off x="6681432" y="122145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内部沟通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B163B5-E33C-E275-33C8-CEAFB39238D4}"/>
              </a:ext>
            </a:extLst>
          </p:cNvPr>
          <p:cNvSpPr txBox="1"/>
          <p:nvPr/>
        </p:nvSpPr>
        <p:spPr>
          <a:xfrm>
            <a:off x="422606" y="2051630"/>
            <a:ext cx="433671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项目交流分为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外部协调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与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内部沟通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两部分。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>
              <a:solidFill>
                <a:prstClr val="black"/>
              </a:solidFill>
              <a:latin typeface="Calibri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）原则上由合同管理者负责与客户进行协调。为减少交流成本，项目人员也可直接与用户联系，但必须将联系内容通报合同管理者和项目助理，并由项目助理记入沟通记录。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）建立周三、周五定期报告制度，由项目管理者向客户进行工作汇报。联系方式为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E-mail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，突发事件可通过电话联系。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7BF50C-174E-20B7-8C4A-DE822098565F}"/>
              </a:ext>
            </a:extLst>
          </p:cNvPr>
          <p:cNvSpPr txBox="1"/>
          <p:nvPr/>
        </p:nvSpPr>
        <p:spPr>
          <a:xfrm>
            <a:off x="6095997" y="1722589"/>
            <a:ext cx="4812323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/>
              <a:t>在敏捷开发中，要进行频繁沟通，主要的</a:t>
            </a:r>
            <a:r>
              <a:rPr lang="en-US" altLang="zh-CN" sz="1400" dirty="0"/>
              <a:t>3</a:t>
            </a:r>
            <a:r>
              <a:rPr lang="zh-CN" altLang="zh-CN" sz="1400" dirty="0"/>
              <a:t>个沟通会议是</a:t>
            </a:r>
            <a:r>
              <a:rPr lang="zh-CN" altLang="zh-CN" sz="1400" b="1" dirty="0"/>
              <a:t>每日站立会议</a:t>
            </a:r>
            <a:r>
              <a:rPr lang="en-US" altLang="zh-CN" sz="1400" dirty="0"/>
              <a:t>(</a:t>
            </a:r>
            <a:r>
              <a:rPr lang="zh-CN" altLang="zh-CN" sz="1400" dirty="0"/>
              <a:t>一般</a:t>
            </a:r>
            <a:r>
              <a:rPr lang="en-US" altLang="zh-CN" sz="1400" dirty="0"/>
              <a:t>15</a:t>
            </a:r>
            <a:r>
              <a:rPr lang="zh-CN" altLang="zh-CN" sz="1400" dirty="0"/>
              <a:t>分钟</a:t>
            </a:r>
            <a:r>
              <a:rPr lang="en-US" altLang="zh-CN" sz="1400" dirty="0"/>
              <a:t>)</a:t>
            </a:r>
            <a:r>
              <a:rPr lang="zh-CN" altLang="zh-CN" sz="1400" dirty="0"/>
              <a:t>、</a:t>
            </a:r>
            <a:r>
              <a:rPr lang="en-US" altLang="zh-CN" sz="1400" b="1" dirty="0"/>
              <a:t>Sprint</a:t>
            </a:r>
            <a:r>
              <a:rPr lang="zh-CN" altLang="zh-CN" sz="1400" b="1" dirty="0"/>
              <a:t>计划会议</a:t>
            </a:r>
            <a:r>
              <a:rPr lang="zh-CN" altLang="zh-CN" sz="1400" dirty="0"/>
              <a:t>、</a:t>
            </a:r>
            <a:r>
              <a:rPr lang="en-US" altLang="zh-CN" sz="1400" b="1" dirty="0"/>
              <a:t>Sprint</a:t>
            </a:r>
            <a:r>
              <a:rPr lang="zh-CN" altLang="zh-CN" sz="1400" b="1" dirty="0"/>
              <a:t>复审会议</a:t>
            </a:r>
            <a:r>
              <a:rPr lang="zh-CN" altLang="zh-CN" sz="1400" dirty="0"/>
              <a:t>。</a:t>
            </a:r>
          </a:p>
          <a:p>
            <a:endParaRPr lang="en-US" altLang="zh-CN" dirty="0"/>
          </a:p>
          <a:p>
            <a:r>
              <a:rPr lang="zh-CN" altLang="zh-CN" sz="1400" dirty="0"/>
              <a:t>（</a:t>
            </a:r>
            <a:r>
              <a:rPr lang="en-US" altLang="zh-CN" sz="1400" dirty="0"/>
              <a:t>1</a:t>
            </a:r>
            <a:r>
              <a:rPr lang="zh-CN" altLang="zh-CN" sz="1400" dirty="0"/>
              <a:t>）每日站立会议</a:t>
            </a:r>
          </a:p>
          <a:p>
            <a:r>
              <a:rPr lang="zh-CN" altLang="zh-CN" sz="1400" dirty="0"/>
              <a:t>会议时间：每天下班前开始。</a:t>
            </a:r>
          </a:p>
          <a:p>
            <a:r>
              <a:rPr lang="zh-CN" altLang="zh-CN" sz="1400" dirty="0"/>
              <a:t>会议目的：协调每日任务，讨论遇到的问题</a:t>
            </a:r>
          </a:p>
          <a:p>
            <a:r>
              <a:rPr lang="zh-CN" altLang="zh-CN" sz="1400" dirty="0"/>
              <a:t>（</a:t>
            </a:r>
            <a:r>
              <a:rPr lang="en-US" altLang="zh-CN" sz="1400" dirty="0"/>
              <a:t>2</a:t>
            </a:r>
            <a:r>
              <a:rPr lang="zh-CN" altLang="zh-CN" sz="1400" dirty="0"/>
              <a:t>）</a:t>
            </a:r>
            <a:r>
              <a:rPr lang="en-US" altLang="zh-CN" sz="1400" dirty="0"/>
              <a:t>Sprint</a:t>
            </a:r>
            <a:r>
              <a:rPr lang="zh-CN" altLang="zh-CN" sz="1400" dirty="0"/>
              <a:t>计划会议</a:t>
            </a:r>
          </a:p>
          <a:p>
            <a:r>
              <a:rPr lang="zh-CN" altLang="zh-CN" sz="1400" dirty="0"/>
              <a:t>会议时间：在每个迭代第一天召开。 </a:t>
            </a:r>
          </a:p>
          <a:p>
            <a:r>
              <a:rPr lang="zh-CN" altLang="zh-CN" sz="1400" dirty="0"/>
              <a:t>会议目的：估算本次迭代的工作项，明确优先级排序，确定本次迭代的</a:t>
            </a:r>
            <a:r>
              <a:rPr lang="en-US" altLang="zh-CN" sz="1400" dirty="0"/>
              <a:t>Sprint</a:t>
            </a:r>
            <a:r>
              <a:rPr lang="zh-CN" altLang="zh-CN" sz="1400" dirty="0"/>
              <a:t>提交结果，给出设计方案，估算本次</a:t>
            </a:r>
            <a:r>
              <a:rPr lang="en-US" altLang="zh-CN" sz="1400" dirty="0"/>
              <a:t>Sprint</a:t>
            </a:r>
            <a:r>
              <a:rPr lang="zh-CN" altLang="zh-CN" sz="1400" dirty="0"/>
              <a:t>的工作量。</a:t>
            </a:r>
          </a:p>
          <a:p>
            <a:r>
              <a:rPr lang="zh-CN" altLang="zh-CN" sz="1400" dirty="0"/>
              <a:t>（</a:t>
            </a:r>
            <a:r>
              <a:rPr lang="en-US" altLang="zh-CN" sz="1400" dirty="0"/>
              <a:t>3</a:t>
            </a:r>
            <a:r>
              <a:rPr lang="zh-CN" altLang="zh-CN" sz="1400" dirty="0"/>
              <a:t>）</a:t>
            </a:r>
            <a:r>
              <a:rPr lang="en-US" altLang="zh-CN" sz="1400" dirty="0"/>
              <a:t>Sprint</a:t>
            </a:r>
            <a:r>
              <a:rPr lang="zh-CN" altLang="zh-CN" sz="1400" dirty="0"/>
              <a:t>复审会议</a:t>
            </a:r>
          </a:p>
          <a:p>
            <a:r>
              <a:rPr lang="zh-CN" altLang="zh-CN" sz="1400" dirty="0"/>
              <a:t>会议时间：</a:t>
            </a:r>
            <a:r>
              <a:rPr lang="en-US" altLang="zh-CN" sz="1400" dirty="0"/>
              <a:t>Sprint</a:t>
            </a:r>
            <a:r>
              <a:rPr lang="zh-CN" altLang="zh-CN" sz="1400" dirty="0"/>
              <a:t>结束。</a:t>
            </a:r>
          </a:p>
          <a:p>
            <a:r>
              <a:rPr lang="zh-CN" altLang="zh-CN" sz="1400" dirty="0"/>
              <a:t>会议目的：向最终用户展示工作成果，得到用户的反馈，并据此创建或表更列表条目。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06D5FF5-8B05-8C35-7E98-AFA4771971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7" y="5262506"/>
            <a:ext cx="585171" cy="58517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A030144-627E-5841-3F55-6DF9A1005684}"/>
              </a:ext>
            </a:extLst>
          </p:cNvPr>
          <p:cNvSpPr txBox="1"/>
          <p:nvPr/>
        </p:nvSpPr>
        <p:spPr>
          <a:xfrm>
            <a:off x="6681431" y="538003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沟通方式说明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A12745-1AE2-494A-59B9-FC2B035E488D}"/>
              </a:ext>
            </a:extLst>
          </p:cNvPr>
          <p:cNvSpPr txBox="1"/>
          <p:nvPr/>
        </p:nvSpPr>
        <p:spPr>
          <a:xfrm>
            <a:off x="6095998" y="5929169"/>
            <a:ext cx="481232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（</a:t>
            </a:r>
            <a:r>
              <a:rPr lang="en-US" altLang="zh-CN" sz="1400" dirty="0"/>
              <a:t>1</a:t>
            </a:r>
            <a:r>
              <a:rPr lang="zh-CN" altLang="en-US" sz="1400" dirty="0"/>
              <a:t>） 邮件沟通</a:t>
            </a:r>
            <a:endParaRPr lang="en-US" altLang="zh-CN" sz="1400" dirty="0"/>
          </a:p>
          <a:p>
            <a:r>
              <a:rPr lang="zh-CN" altLang="en-US" sz="1400" dirty="0"/>
              <a:t>（</a:t>
            </a:r>
            <a:r>
              <a:rPr lang="en-US" altLang="zh-CN" sz="1400" dirty="0"/>
              <a:t>2</a:t>
            </a:r>
            <a:r>
              <a:rPr lang="zh-CN" altLang="en-US" sz="1400" dirty="0"/>
              <a:t>）电话沟通</a:t>
            </a:r>
          </a:p>
          <a:p>
            <a:r>
              <a:rPr lang="zh-CN" altLang="en-US" sz="1400" dirty="0"/>
              <a:t>（</a:t>
            </a:r>
            <a:r>
              <a:rPr lang="en-US" altLang="zh-CN" sz="1400" dirty="0"/>
              <a:t>3</a:t>
            </a:r>
            <a:r>
              <a:rPr lang="zh-CN" altLang="en-US" sz="1400" dirty="0"/>
              <a:t>）文件沟通与口头沟通</a:t>
            </a:r>
          </a:p>
          <a:p>
            <a:endParaRPr lang="zh-CN" altLang="zh-CN" sz="1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579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8000"/>
                    </a14:imgEffect>
                  </a14:imgLayer>
                </a14:imgProps>
              </a:ext>
            </a:extLst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72B8E-0912-6DCF-2B8B-FAAC17C2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DBF47B17-D2CC-B493-6BE6-2883C25055DF}"/>
              </a:ext>
            </a:extLst>
          </p:cNvPr>
          <p:cNvSpPr/>
          <p:nvPr/>
        </p:nvSpPr>
        <p:spPr>
          <a:xfrm>
            <a:off x="465146" y="139683"/>
            <a:ext cx="638966" cy="647700"/>
          </a:xfrm>
          <a:prstGeom prst="roundRect">
            <a:avLst/>
          </a:prstGeom>
          <a:solidFill>
            <a:srgbClr val="798F8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8FA87E4-05F9-1F25-2151-0F1C71341914}"/>
              </a:ext>
            </a:extLst>
          </p:cNvPr>
          <p:cNvSpPr>
            <a:spLocks noChangeAspect="1"/>
          </p:cNvSpPr>
          <p:nvPr/>
        </p:nvSpPr>
        <p:spPr>
          <a:xfrm>
            <a:off x="526702" y="202081"/>
            <a:ext cx="515853" cy="522904"/>
          </a:xfrm>
          <a:prstGeom prst="round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5" name="图片 10">
            <a:extLst>
              <a:ext uri="{FF2B5EF4-FFF2-40B4-BE49-F238E27FC236}">
                <a16:creationId xmlns:a16="http://schemas.microsoft.com/office/drawing/2014/main" id="{685A1832-F6D1-B880-24BB-432E52CF1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16" y="6089650"/>
            <a:ext cx="18002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8A42DCF-48B4-4F92-47FB-1463B41B7D87}"/>
              </a:ext>
            </a:extLst>
          </p:cNvPr>
          <p:cNvCxnSpPr/>
          <p:nvPr/>
        </p:nvCxnSpPr>
        <p:spPr>
          <a:xfrm>
            <a:off x="422606" y="889000"/>
            <a:ext cx="700472" cy="0"/>
          </a:xfrm>
          <a:prstGeom prst="line">
            <a:avLst/>
          </a:prstGeom>
          <a:ln w="19050">
            <a:solidFill>
              <a:srgbClr val="798F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B776245-578E-32F9-F2D1-9D2AA9AE926B}"/>
              </a:ext>
            </a:extLst>
          </p:cNvPr>
          <p:cNvCxnSpPr/>
          <p:nvPr/>
        </p:nvCxnSpPr>
        <p:spPr>
          <a:xfrm flipV="1">
            <a:off x="1123078" y="768350"/>
            <a:ext cx="222250" cy="120650"/>
          </a:xfrm>
          <a:prstGeom prst="line">
            <a:avLst/>
          </a:prstGeom>
          <a:ln w="19050">
            <a:solidFill>
              <a:srgbClr val="798F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6F416DE-FD59-FBBA-ED6A-A10D63D2DD85}"/>
              </a:ext>
            </a:extLst>
          </p:cNvPr>
          <p:cNvCxnSpPr/>
          <p:nvPr/>
        </p:nvCxnSpPr>
        <p:spPr>
          <a:xfrm>
            <a:off x="1345328" y="768350"/>
            <a:ext cx="3599205" cy="0"/>
          </a:xfrm>
          <a:prstGeom prst="line">
            <a:avLst/>
          </a:prstGeom>
          <a:ln w="19050">
            <a:solidFill>
              <a:srgbClr val="798F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9816415B-F517-C63F-CFB1-139C56B34EAE}"/>
              </a:ext>
            </a:extLst>
          </p:cNvPr>
          <p:cNvSpPr txBox="1"/>
          <p:nvPr/>
        </p:nvSpPr>
        <p:spPr>
          <a:xfrm>
            <a:off x="1405926" y="235262"/>
            <a:ext cx="406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软件项目配置管理方案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FB61454-B1AE-FA90-7823-31019046F012}"/>
              </a:ext>
            </a:extLst>
          </p:cNvPr>
          <p:cNvSpPr/>
          <p:nvPr/>
        </p:nvSpPr>
        <p:spPr>
          <a:xfrm>
            <a:off x="1589018" y="274069"/>
            <a:ext cx="2128122" cy="3736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DC7B484C-034C-4C79-3B6D-7B03C8E58A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69" y="1059635"/>
            <a:ext cx="585171" cy="58517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C9AB34C-D717-9B10-A32A-723B519A4AA9}"/>
              </a:ext>
            </a:extLst>
          </p:cNvPr>
          <p:cNvSpPr txBox="1"/>
          <p:nvPr/>
        </p:nvSpPr>
        <p:spPr>
          <a:xfrm>
            <a:off x="1008303" y="1177164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基线变更程序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F1EF7AE-8823-2384-1F29-31B3BE9C5E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869" y="3380276"/>
            <a:ext cx="5297678" cy="187098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A68EA36-7CC0-EB41-3C11-7DB3B8B22BA9}"/>
              </a:ext>
            </a:extLst>
          </p:cNvPr>
          <p:cNvSpPr txBox="1"/>
          <p:nvPr/>
        </p:nvSpPr>
        <p:spPr>
          <a:xfrm>
            <a:off x="422606" y="1889394"/>
            <a:ext cx="3039952" cy="106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当有新的需求变更产生时，对其进行需求变更的审核，如果审核通过之后则在下一个</a:t>
            </a: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 Sprint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中将其实现，如果没有通过则拒绝变更。</a:t>
            </a:r>
            <a:endParaRPr lang="zh-CN" altLang="zh-CN" sz="12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58EEE54-0A3B-1C91-7CD2-8C460D565B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55603"/>
            <a:ext cx="520233" cy="51508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106A0BF-3D19-C148-811D-FF0C53262AD3}"/>
              </a:ext>
            </a:extLst>
          </p:cNvPr>
          <p:cNvSpPr txBox="1"/>
          <p:nvPr/>
        </p:nvSpPr>
        <p:spPr>
          <a:xfrm>
            <a:off x="6677094" y="457348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配置管理流程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DF27AB1-BDFA-4EBF-6BD6-5641DB24C599}"/>
              </a:ext>
            </a:extLst>
          </p:cNvPr>
          <p:cNvSpPr txBox="1"/>
          <p:nvPr/>
        </p:nvSpPr>
        <p:spPr>
          <a:xfrm>
            <a:off x="6096000" y="1060030"/>
            <a:ext cx="32506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首先进行配置管理计划，并据此搭建配置计划中所需要的配置环境，同时确定配置管理活动，包括配置项标识，建立基线，编写配置状态报告，执行配置审计，确定变更控制管理。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E9A8134-5B1F-DFDC-2A32-7ACD245949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2521428"/>
            <a:ext cx="4963160" cy="387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85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1130636-604c-471b-97b7-ac8275d8c8db"/>
  <p:tag name="COMMONDATA" val="eyJoZGlkIjoiN2UwYzFhM2NhMzJiMzljZDdmY2QyYzQ1ZDc5NWE2ZG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837</Words>
  <Application>Microsoft Office PowerPoint</Application>
  <PresentationFormat>宽屏</PresentationFormat>
  <Paragraphs>97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康先生</dc:creator>
  <cp:lastModifiedBy>belle anna</cp:lastModifiedBy>
  <cp:revision>20</cp:revision>
  <dcterms:created xsi:type="dcterms:W3CDTF">2022-12-18T15:22:00Z</dcterms:created>
  <dcterms:modified xsi:type="dcterms:W3CDTF">2026-04-15T03:05:50Z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E1E97AB179A14F1D830E123F400ABA84_13</vt:lpwstr>
  </property>
  <property fmtid="{D5CDD505-2E9C-101B-9397-08002B2CF9AE}" pid="3" name="KSOProductBuildVer">
    <vt:lpwstr>2052-12.1.0.24034</vt:lpwstr>
  </property>
</Properties>
</file>